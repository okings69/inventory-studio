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Master" Target="slideMasters/slideMaster1.xml"/>
</Relationships>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PROJECT OVERVIEW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Inventory Studio centralizes custom inventory management for teams.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ASP.NET Core MVC application with PostgreSQL, Identity, SignalR, custom fields, access control, search and exports.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Built for exam requirements, not only a demo UI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Users create inventories, configure fields, manage items and collaborate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Admins manage accounts, roles and platform access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Course project presentation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PROBLEM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Generic spreadsheets cannot handle shared, secure and customizable inventories.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The project solves the gap between simple item lists and real collaborative inventory workflows.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Each inventory can define its own structure and ID format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Access can be public, private or limited to selected users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Every major workflow remains table-based and searchable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Why this application exists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SOLUTION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The application is organized around inventories, items and configurable rules.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The user starts from an inventory, then configures tabs for items, discussion, settings, custom IDs, access, fields and statistics.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Inventory settings: title, description, category, image URL, tags, visibility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Items inherit custom fields and generated Custom IDs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Tabs separate operational tasks and reduce UI complexity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Functional model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ARCHITECTURE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The codebase follows a clean MVC + Services + EF Core structure.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Controllers coordinate requests, services contain business logic, EF Core maps the PostgreSQL database, and Razor views render the interface.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Controllers: Inventories, Items, Account, Admin, Search, Access, Fields, Custom ID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Services: access, inventory, item, fields, stats, tags, discussion, search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Data layer: ApplicationDbContext, migrations and domain models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Technical architecture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DATABASE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PostgreSQL stores relational data with concurrency, indexes and full-text search.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The database model supports users, inventories, items, fields, custom ID elements, access grants, tags, comments and likes.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EF Core + Npgsql with migrations and seeded roles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RowVersion optimistic locking on inventories and items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Unique constraints for Custom ID per inventory and one like per user/item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Data integrity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REQUIREMENTS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Mandatory examiner requirements are mapped directly to implemented features.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The project includes theme/language support, responsive Bootstrap UI, tables, search, custom fields, real-time discussion, likes and admin controls.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Light/dark theme and English/French UI text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Full-text search and table-based main views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Custom fields, tags autocomplete, access autocomplete and statistics tab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Checklist coverage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SECURITY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Access control is enforced server-side, not only hidden in the interface.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Every sensitive operation checks the current user role and inventory permissions before reading or writing data.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Anonymous users can read public inventories and search only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Owners and admins can manage inventories; explicit users can write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Blocked users cannot log in; admins manage roles and accounts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Security model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REAL TIME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SignalR powers real-time discussion and online presence per inventory.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The discussion tab lets authenticated users collaborate directly inside an inventory.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Users join inventory-specific SignalR groups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Messages are stored as markdown and rendered as safe HTML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Presence updates show who is online in the discussion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Collaboration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QUALITY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Recent refactoring makes the project easier to explain, maintain and defend.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Large Razor files were split into partial views and helper classes while preserving behavior.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Details page is now an orchestrator with focused partials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Item edit dynamic fields moved to a dedicated partial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Helpers isolate formatting and validation display logic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Maintainability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DEMO PLAN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The jury can verify the project through five short workflows.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A focused demo is enough to prove the main technical and functional requirements.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1. Register/login and switch language/theme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2. Create an inventory, add fields and configure Custom ID drag-and-drop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3. Add/edit items, like them and inspect stats</a:t>
            </a:r>
          </a:p>
        </p:txBody>
      </p:sp>
      <p:sp>
        <p:nvSpPr>
          <p:cNvPr id="26" name="Bullet marker 26"/>
          <p:cNvSpPr/>
          <p:nvPr/>
        </p:nvSpPr>
        <p:spPr>
          <a:xfrm>
            <a:off x="965200" y="54102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7" name="Bullet 26"/>
          <p:cNvSpPr txBox="1"/>
          <p:nvPr/>
        </p:nvSpPr>
        <p:spPr>
          <a:xfrm>
            <a:off x="1219200" y="53340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4. Share access with autocomplete and test read-only public access</a:t>
            </a:r>
          </a:p>
        </p:txBody>
      </p:sp>
      <p:sp>
        <p:nvSpPr>
          <p:cNvPr id="28" name="Bullet marker 28"/>
          <p:cNvSpPr/>
          <p:nvPr/>
        </p:nvSpPr>
        <p:spPr>
          <a:xfrm>
            <a:off x="965200" y="60198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9" name="Bullet 28"/>
          <p:cNvSpPr txBox="1"/>
          <p:nvPr/>
        </p:nvSpPr>
        <p:spPr>
          <a:xfrm>
            <a:off x="1219200" y="59436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5. Open admin panel and show role/block management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Presentation flow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ail"/>
          <p:cNvSpPr/>
          <p:nvPr/>
        </p:nvSpPr>
        <p:spPr>
          <a:xfrm>
            <a:off x="457200" y="558800"/>
            <a:ext cx="127000" cy="54610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</p:sp>
      <p:sp>
        <p:nvSpPr>
          <p:cNvPr id="11" name="Kicker"/>
          <p:cNvSpPr txBox="1"/>
          <p:nvPr/>
        </p:nvSpPr>
        <p:spPr>
          <a:xfrm>
            <a:off x="762000" y="53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69A7FF"/>
                </a:solidFill>
                <a:latin typeface="Aptos"/>
              </a:rPr>
              <a:t>CONCLUSION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62000" y="965200"/>
            <a:ext cx="10033000" cy="1397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800" b="1">
                <a:solidFill>
                  <a:srgbClr val="F5F7FB"/>
                </a:solidFill>
                <a:latin typeface="Aptos"/>
              </a:rPr>
              <a:t>Inventory Studio is a complete, database-backed collaborative inventory platform.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762000" y="238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solidFill>
                  <a:srgbClr val="AFC3E6"/>
                </a:solidFill>
                <a:latin typeface="Aptos"/>
              </a:rPr>
              <a:t>The strongest points are its custom configuration, secure access model, searchable tables, real-time discussion and maintainable ASP.NET Core architecture.</a:t>
            </a:r>
          </a:p>
        </p:txBody>
      </p:sp>
      <p:sp>
        <p:nvSpPr>
          <p:cNvPr id="20" name="Bullet marker 20"/>
          <p:cNvSpPr/>
          <p:nvPr/>
        </p:nvSpPr>
        <p:spPr>
          <a:xfrm>
            <a:off x="965200" y="35814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1" name="Bullet 20"/>
          <p:cNvSpPr txBox="1"/>
          <p:nvPr/>
        </p:nvSpPr>
        <p:spPr>
          <a:xfrm>
            <a:off x="1219200" y="35052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Meets the core mandatory requirements</a:t>
            </a:r>
          </a:p>
        </p:txBody>
      </p:sp>
      <p:sp>
        <p:nvSpPr>
          <p:cNvPr id="22" name="Bullet marker 22"/>
          <p:cNvSpPr/>
          <p:nvPr/>
        </p:nvSpPr>
        <p:spPr>
          <a:xfrm>
            <a:off x="965200" y="41910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3" name="Bullet 22"/>
          <p:cNvSpPr txBox="1"/>
          <p:nvPr/>
        </p:nvSpPr>
        <p:spPr>
          <a:xfrm>
            <a:off x="1219200" y="411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Demonstrates backend, database, frontend and real-time skills</a:t>
            </a:r>
          </a:p>
        </p:txBody>
      </p:sp>
      <p:sp>
        <p:nvSpPr>
          <p:cNvPr id="24" name="Bullet marker 24"/>
          <p:cNvSpPr/>
          <p:nvPr/>
        </p:nvSpPr>
        <p:spPr>
          <a:xfrm>
            <a:off x="965200" y="4800600"/>
            <a:ext cx="88900" cy="88900"/>
          </a:xfrm>
          <a:prstGeom prst="roundRect">
            <a:avLst/>
          </a:prstGeom>
          <a:solidFill>
            <a:srgbClr val="69A7FF"/>
          </a:solidFill>
          <a:ln w="12700">
            <a:solidFill>
              <a:srgbClr val="69A7FF"/>
            </a:solidFill>
          </a:ln>
        </p:spPr>
      </p:sp>
      <p:sp>
        <p:nvSpPr>
          <p:cNvPr id="25" name="Bullet 24"/>
          <p:cNvSpPr txBox="1"/>
          <p:nvPr/>
        </p:nvSpPr>
        <p:spPr>
          <a:xfrm>
            <a:off x="1219200" y="4724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E6EDF8"/>
                </a:solidFill>
                <a:latin typeface="Aptos"/>
              </a:rPr>
              <a:t>Ready for jury demonstration with clear technical explanations</a:t>
            </a:r>
          </a:p>
        </p:txBody>
      </p:sp>
      <p:sp>
        <p:nvSpPr>
          <p:cNvPr id="60" name="Right panel"/>
          <p:cNvSpPr/>
          <p:nvPr/>
        </p:nvSpPr>
        <p:spPr>
          <a:xfrm>
            <a:off x="11557000" y="965200"/>
            <a:ext cx="3175000" cy="4800600"/>
          </a:xfrm>
          <a:prstGeom prst="roundRect">
            <a:avLst/>
          </a:prstGeom>
          <a:solidFill>
            <a:srgbClr val="172131"/>
          </a:solidFill>
          <a:ln w="12700">
            <a:solidFill>
              <a:srgbClr val="27364D"/>
            </a:solidFill>
          </a:ln>
        </p:spPr>
      </p:sp>
      <p:sp>
        <p:nvSpPr>
          <p:cNvPr id="61" name="Panel title"/>
          <p:cNvSpPr txBox="1"/>
          <p:nvPr/>
        </p:nvSpPr>
        <p:spPr>
          <a:xfrm>
            <a:off x="11887200" y="1320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69A7FF"/>
                </a:solidFill>
                <a:latin typeface="Aptos"/>
              </a:rPr>
              <a:t>Key proof</a:t>
            </a:r>
          </a:p>
        </p:txBody>
      </p:sp>
      <p:sp>
        <p:nvSpPr>
          <p:cNvPr id="62" name="Panel metric"/>
          <p:cNvSpPr txBox="1"/>
          <p:nvPr/>
        </p:nvSpPr>
        <p:spPr>
          <a:xfrm>
            <a:off x="11887200" y="1905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400" b="1">
                <a:solidFill>
                  <a:srgbClr val="F5F7FB"/>
                </a:solidFill>
                <a:latin typeface="Aptos"/>
              </a:rPr>
              <a:t>ASP.NET</a:t>
            </a:r>
          </a:p>
          <a:p>
            <a:r>
              <a:rPr lang="fr-FR" sz="2400" b="1">
                <a:solidFill>
                  <a:srgbClr val="F5F7FB"/>
                </a:solidFill>
                <a:latin typeface="Aptos"/>
              </a:rPr>
              <a:t>Core MVC</a:t>
            </a:r>
          </a:p>
        </p:txBody>
      </p:sp>
      <p:sp>
        <p:nvSpPr>
          <p:cNvPr id="63" name="Panel text"/>
          <p:cNvSpPr txBox="1"/>
          <p:nvPr/>
        </p:nvSpPr>
        <p:spPr>
          <a:xfrm>
            <a:off x="11887200" y="30480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500">
                <a:solidFill>
                  <a:srgbClr val="AFC3E6"/>
                </a:solidFill>
                <a:latin typeface="Aptos"/>
              </a:rPr>
              <a:t>PostgreSQL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Identity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SignalR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Bootstrap</a:t>
            </a:r>
          </a:p>
          <a:p>
            <a:r>
              <a:rPr lang="fr-FR" sz="1500">
                <a:solidFill>
                  <a:srgbClr val="AFC3E6"/>
                </a:solidFill>
                <a:latin typeface="Aptos"/>
              </a:rPr>
              <a:t>EF Core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762000" y="8483600"/>
            <a:ext cx="9398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Final message</a:t>
            </a:r>
          </a:p>
        </p:txBody>
      </p:sp>
      <p:sp>
        <p:nvSpPr>
          <p:cNvPr id="71" name="Page"/>
          <p:cNvSpPr txBox="1"/>
          <p:nvPr/>
        </p:nvSpPr>
        <p:spPr>
          <a:xfrm>
            <a:off x="14147800" y="8483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6F84A6"/>
                </a:solidFill>
                <a:latin typeface="Apto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ntory Studio">
  <a:themeElements>
    <a:clrScheme name="Inventory Studio">
      <a:dk1>
        <a:srgbClr val="0D1420"/>
      </a:dk1>
      <a:lt1>
        <a:srgbClr val="F5F7FB"/>
      </a:lt1>
      <a:dk2>
        <a:srgbClr val="172131"/>
      </a:dk2>
      <a:lt2>
        <a:srgbClr val="AFC3E6"/>
      </a:lt2>
      <a:accent1>
        <a:srgbClr val="2F6BFF"/>
      </a:accent1>
      <a:accent2>
        <a:srgbClr val="69A7FF"/>
      </a:accent2>
      <a:accent3>
        <a:srgbClr val="22C55E"/>
      </a:accent3>
      <a:accent4>
        <a:srgbClr val="F59E0B"/>
      </a:accent4>
      <a:accent5>
        <a:srgbClr val="EF4444"/>
      </a:accent5>
      <a:accent6>
        <a:srgbClr val="8B5CF6"/>
      </a:accent6>
      <a:hlink>
        <a:srgbClr val="69A7FF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Inventory Studio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Studio Jury Presentation</dc:title>
  <dc:creator>CourseInventory.Web</dc:creator>
  <cp:lastModifiedBy>CourseInventory.Web</cp:lastModifiedBy>
  <dcterms:created xsi:type="dcterms:W3CDTF">2026-05-26T00:00:00Z</dcterms:created>
  <dcterms:modified xsi:type="dcterms:W3CDTF">2026-05-26T00:00:00Z</dcterms:modified>
</cp:coreProperties>
</file>